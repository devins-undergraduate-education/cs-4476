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40" d="100"/>
          <a:sy n="140" d="100"/>
        </p:scale>
        <p:origin x="186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>
            <a:noAutofit/>
          </a:bodyPr>
          <a:lstStyle/>
          <a:p>
            <a:r>
              <a:rPr lang="en-IN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85CB800C-2A34-4A1E-820A-1186C3529C80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4D83F0A4-FF1A-498C-9163-EC0CF5CCD11C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F7AEE80-318A-4495-A68A-24523E33B19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311760" y="23040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CS 4476 PS2</a:t>
            </a:r>
            <a:endParaRPr lang="en-IN" sz="5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311760" y="2320200"/>
            <a:ext cx="8520120" cy="179712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Devin Fromond</a:t>
            </a:r>
            <a:endParaRPr lang="en-IN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dfromond3@gatech.edu</a:t>
            </a:r>
            <a:endParaRPr lang="en-IN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dfromond3</a:t>
            </a:r>
            <a:endParaRPr lang="en-IN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903761713</a:t>
            </a:r>
            <a:endParaRPr lang="en-IN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1.1: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Harris Corner Detector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visualization of Notre Dame interest points from ps2.ipynb here&gt;</a:t>
            </a:r>
            <a:r>
              <a:rPr lang="en" sz="1400" b="0" strike="noStrike" spc="-1">
                <a:solidFill>
                  <a:srgbClr val="C9211E"/>
                </a:solidFill>
                <a:latin typeface="Arial"/>
                <a:ea typeface="Arial"/>
              </a:rPr>
              <a:t> 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 insert visualization of Rushmore interest points from ps2.ipynb here 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F6C7E-56A4-2019-5760-604F6D927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8" y="1947459"/>
            <a:ext cx="2144406" cy="2620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0E26F7-27EF-BB7A-F626-CDA8E08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274" y="1947460"/>
            <a:ext cx="2134710" cy="2609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DF401-7E2D-9B34-1D03-A42EBBCFF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80" y="1802242"/>
            <a:ext cx="2144279" cy="1632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855050-A6DA-94D7-CCAB-3FFA55C59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768" y="3434862"/>
            <a:ext cx="2275364" cy="1659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1.1: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Harris Corner Detector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360000" y="108000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 insert visualization of Gaudi interest points from ps2.ipynb here 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EB9F9-0E62-F712-9FB4-FB7406429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1" y="1711797"/>
            <a:ext cx="2208702" cy="1681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D215E-E9E3-118A-9DE5-A72AAB417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15" y="3435100"/>
            <a:ext cx="2488223" cy="170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1.1: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Harris Corner Detector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311760" y="1152360"/>
            <a:ext cx="8520120" cy="364176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marL="285840" indent="-285480">
              <a:lnSpc>
                <a:spcPct val="115000"/>
              </a:lnSpc>
              <a:spcAft>
                <a:spcPts val="1599"/>
              </a:spcAft>
              <a:buClr>
                <a:srgbClr val="595959"/>
              </a:buClr>
              <a:buFont typeface="Arial"/>
              <a:buChar char="●"/>
            </a:pP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Briefly describe how the Harris corner detector works. </a:t>
            </a:r>
            <a:r>
              <a:rPr lang="en-US" sz="14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IN" sz="1400" b="0" strike="noStrike" spc="-1" dirty="0">
                <a:solidFill>
                  <a:srgbClr val="000000"/>
                </a:solidFill>
                <a:latin typeface="Arial"/>
              </a:rPr>
              <a:t>The Harris corner detector finds points within an image wher</a:t>
            </a:r>
            <a:r>
              <a:rPr lang="en-IN" sz="1400" spc="-1" dirty="0">
                <a:solidFill>
                  <a:srgbClr val="000000"/>
                </a:solidFill>
                <a:latin typeface="Arial"/>
              </a:rPr>
              <a:t>e the intensity changes in both the x and y directions. If this was only in x OR y, then this would be an edge. We compute the gradients then form the second-moment matrix from these gradients. Then, we calculate the corner response and filter, only keeping strong corner points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15000"/>
              </a:lnSpc>
              <a:spcAft>
                <a:spcPts val="1599"/>
              </a:spcAft>
              <a:buClr>
                <a:srgbClr val="595959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What does the </a:t>
            </a:r>
            <a:r>
              <a:rPr lang="en-US" sz="14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second_moments</a:t>
            </a: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() helper function do? </a:t>
            </a:r>
            <a:r>
              <a:rPr lang="en-US" sz="14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IN" sz="1400" b="0" strike="noStrike" spc="-1" dirty="0">
                <a:solidFill>
                  <a:srgbClr val="000000"/>
                </a:solidFill>
                <a:latin typeface="Arial"/>
              </a:rPr>
              <a:t>Second-moments computes the average gradient products in a particular area by smoothing them with a gaussian.</a:t>
            </a:r>
            <a:r>
              <a:rPr lang="en-IN" sz="1400" spc="-1" dirty="0">
                <a:solidFill>
                  <a:srgbClr val="000000"/>
                </a:solidFill>
                <a:latin typeface="Arial"/>
              </a:rPr>
              <a:t> This details how intensity changes around a particular pixel.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15000"/>
              </a:lnSpc>
              <a:spcAft>
                <a:spcPts val="1599"/>
              </a:spcAft>
              <a:buClr>
                <a:srgbClr val="595959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What does the </a:t>
            </a:r>
            <a:r>
              <a:rPr lang="en-US" sz="14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corner_response</a:t>
            </a: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() helper function do? </a:t>
            </a:r>
            <a:r>
              <a:rPr lang="en-US" sz="14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endParaRPr lang="en-IN" sz="1400" spc="-1" dirty="0">
              <a:solidFill>
                <a:srgbClr val="000000"/>
              </a:solidFill>
              <a:latin typeface="Arial"/>
              <a:ea typeface="Arial"/>
            </a:endParaRPr>
          </a:p>
          <a:p>
            <a:pPr marL="360">
              <a:lnSpc>
                <a:spcPct val="115000"/>
              </a:lnSpc>
              <a:spcAft>
                <a:spcPts val="1599"/>
              </a:spcAft>
              <a:buClr>
                <a:srgbClr val="595959"/>
              </a:buClr>
              <a:tabLst>
                <a:tab pos="0" algn="l"/>
              </a:tabLst>
            </a:pPr>
            <a:r>
              <a:rPr lang="en-IN" sz="1400" spc="-1" dirty="0">
                <a:solidFill>
                  <a:srgbClr val="000000"/>
                </a:solidFill>
                <a:latin typeface="Arial"/>
                <a:ea typeface="Arial"/>
              </a:rPr>
              <a:t>Corner response takes in the outputs from second-moments and computes the </a:t>
            </a:r>
            <a:r>
              <a:rPr lang="en-IN" sz="1400" spc="-1" dirty="0" err="1">
                <a:solidFill>
                  <a:srgbClr val="000000"/>
                </a:solidFill>
                <a:latin typeface="Arial"/>
                <a:ea typeface="Arial"/>
              </a:rPr>
              <a:t>harris</a:t>
            </a:r>
            <a:r>
              <a:rPr lang="en-IN" sz="1400" spc="-1" dirty="0">
                <a:solidFill>
                  <a:srgbClr val="000000"/>
                </a:solidFill>
                <a:latin typeface="Arial"/>
                <a:ea typeface="Arial"/>
              </a:rPr>
              <a:t> score (R) which is an indicator of how “corner-</a:t>
            </a:r>
            <a:r>
              <a:rPr lang="en-IN" sz="1400" spc="-1" dirty="0" err="1">
                <a:solidFill>
                  <a:srgbClr val="000000"/>
                </a:solidFill>
                <a:latin typeface="Arial"/>
                <a:ea typeface="Arial"/>
              </a:rPr>
              <a:t>esque</a:t>
            </a:r>
            <a:r>
              <a:rPr lang="en-IN" sz="1400" spc="-1" dirty="0">
                <a:solidFill>
                  <a:srgbClr val="000000"/>
                </a:solidFill>
                <a:latin typeface="Arial"/>
                <a:ea typeface="Arial"/>
              </a:rPr>
              <a:t>” the region is. Low/neg values are likely edges.</a:t>
            </a:r>
            <a:endParaRPr lang="en-US" sz="1400" spc="-1" dirty="0">
              <a:solidFill>
                <a:srgbClr val="C9211E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1.3: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Feature Matching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feature matching visualization of Notre Dame from ps2.ipynb&gt;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feature matching visualization of Rushmore from ps2.ipynb 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7F8215-D8BA-7339-B6E1-DEFE0A8C6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0" y="2079899"/>
            <a:ext cx="3855794" cy="2618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2CF0B0-E8DE-4F52-43B3-1F73A98AA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392" y="2381392"/>
            <a:ext cx="4193488" cy="1808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1.3: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Feature Matching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feature matching visualization of Gaudi from ps2.ipynb &gt;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 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&lt;Describe your implementation of feature matching.&gt; </a:t>
            </a:r>
            <a:r>
              <a:rPr lang="en-US" sz="14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[1.5 pts]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latin typeface="Arial"/>
              </a:rPr>
              <a:t>We begin by computing the distances from feat1 and feat2. We then apply the NNDR ration test and only match if the closest neighbor is closer than the second closest by a certain degree (specified by the ratio variable in the code). Then, we return the pairs with the confidences. </a:t>
            </a:r>
            <a:endParaRPr lang="en-IN" sz="14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61D3B-370F-288D-B934-EB12924E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0" y="2217760"/>
            <a:ext cx="3823851" cy="1773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Results: Ground Truth Comparison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visualization of ground truth comparison with Notre Dame from ps2.ipynb here&gt;</a:t>
            </a:r>
            <a:r>
              <a:rPr lang="en-US" sz="14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 [1 pt]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visualization of ground truth comparison with Rushmore from ps2.ipynb here&gt;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9748F-B2CF-52B0-29EA-E72976889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80" y="1952293"/>
            <a:ext cx="3656408" cy="2483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9423BE-594A-00D3-E5AA-B456702E6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745" y="2338963"/>
            <a:ext cx="4187500" cy="18063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Results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Ground Truth Comparison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visualization of ground truth comparison with Gaudi from ps2.ipynb here&gt;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 [1 pt]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Shape 3"/>
          <p:cNvSpPr txBox="1"/>
          <p:nvPr/>
        </p:nvSpPr>
        <p:spPr>
          <a:xfrm>
            <a:off x="4832642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numerical performances on each image pair here. Also discuss what happens when you change the 4x4 </a:t>
            </a:r>
            <a:r>
              <a:rPr lang="en-US" sz="14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subgrid</a:t>
            </a: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to 2x2, 5x5, 7x7, 15x15 </a:t>
            </a:r>
            <a:r>
              <a:rPr lang="en-US" sz="14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etc</a:t>
            </a: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?&gt; </a:t>
            </a:r>
            <a:r>
              <a:rPr lang="en-US" sz="14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US" sz="1400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 dirty="0">
                <a:latin typeface="Arial"/>
              </a:rPr>
              <a:t>Notre Dame: 0.89 accuracy w/ ratio=0.75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latin typeface="Arial"/>
              </a:rPr>
              <a:t>Rushmore: 0.82 accuracy w/ ratio=0.80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spc="-1" dirty="0">
                <a:latin typeface="Arial"/>
              </a:rPr>
              <a:t>Gaudi: 0.06 accuracy w/ ratio=0.90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spc="-1">
                <a:latin typeface="Arial"/>
              </a:rPr>
              <a:t>Larger </a:t>
            </a:r>
            <a:r>
              <a:rPr lang="en-US" sz="1400" spc="-1" dirty="0" err="1">
                <a:latin typeface="Arial"/>
              </a:rPr>
              <a:t>subgrids</a:t>
            </a:r>
            <a:r>
              <a:rPr lang="en-US" sz="1400" spc="-1" dirty="0">
                <a:latin typeface="Arial"/>
              </a:rPr>
              <a:t> make descriptors more detailed which may increase feature matching but is more difficult to compute and is very sensitive to rotations, shifts, etc.</a:t>
            </a:r>
            <a:endParaRPr lang="en-IN" sz="14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E5347D-D9FA-1B6B-C5AA-DFC355FE8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58" y="2026692"/>
            <a:ext cx="4235839" cy="19644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1.4(a): Hyperparameter Tuning part 1 [Extra credit]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311760" y="1152360"/>
            <a:ext cx="8520120" cy="28094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images of the ground truth correspondence and their corresponding accuracies for varying sigma in the second moments [3, 6, 10, 30] &gt; </a:t>
            </a:r>
            <a:r>
              <a:rPr lang="en-US" sz="18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[0.5 pts]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335880" y="3961800"/>
            <a:ext cx="852012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When changing the values for large sigma (&gt;20), why are the accuracies generally the same? </a:t>
            </a:r>
            <a:r>
              <a:rPr lang="en-US" sz="1400" b="1" strike="noStrike" spc="-1">
                <a:solidFill>
                  <a:srgbClr val="C9211E"/>
                </a:solidFill>
                <a:latin typeface="Arial"/>
                <a:ea typeface="Arial"/>
              </a:rPr>
              <a:t>[0.5 pts] </a:t>
            </a:r>
            <a:endParaRPr lang="en-IN" sz="1400" b="0" strike="noStrike" spc="-1">
              <a:solidFill>
                <a:srgbClr val="2A60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1.4(a): Hyperparameter Tuning part 2 [Extra credit]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311760" y="1152360"/>
            <a:ext cx="8520120" cy="28094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images of the ground truth correspondence and their corresponding accuracies for varying feature width in the SIFT [8, 16, 24, 32] &gt; </a:t>
            </a:r>
            <a:r>
              <a:rPr lang="en-US" sz="18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[0.5 pts]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311760" y="4096800"/>
            <a:ext cx="8520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What is the significance of changing the feature width in SIFT? </a:t>
            </a:r>
            <a:r>
              <a:rPr lang="en-US" sz="1400" b="1" strike="noStrike" spc="-1">
                <a:solidFill>
                  <a:srgbClr val="C9211E"/>
                </a:solidFill>
                <a:latin typeface="Arial"/>
                <a:ea typeface="Arial"/>
              </a:rPr>
              <a:t>[0.5 pts]</a:t>
            </a:r>
            <a:endParaRPr lang="en-IN" sz="1400" b="0" strike="noStrike" spc="-1">
              <a:solidFill>
                <a:srgbClr val="2A60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1.4(c): Accelerated Matching [Extra credit]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Runtime/Accuracy of your faster matching implementation. What did you try and why is it faster?&gt; </a:t>
            </a:r>
            <a:r>
              <a:rPr lang="en-US" sz="18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[1 pts]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3723</TotalTime>
  <Words>696</Words>
  <Application>Microsoft Office PowerPoint</Application>
  <PresentationFormat>On-screen Show (16:9)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4476 Project 2</dc:title>
  <dc:subject/>
  <dc:creator>Devin Fromond</dc:creator>
  <dc:description/>
  <cp:lastModifiedBy>Devin Fromond</cp:lastModifiedBy>
  <cp:revision>47</cp:revision>
  <dcterms:modified xsi:type="dcterms:W3CDTF">2025-09-18T20:31:10Z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10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11</vt:i4>
  </property>
</Properties>
</file>